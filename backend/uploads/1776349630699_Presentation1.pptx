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>
        <p:scale>
          <a:sx n="66" d="100"/>
          <a:sy n="66" d="100"/>
        </p:scale>
        <p:origin x="1282" y="97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no Gunasekaran" userId="512b330888e41106" providerId="LiveId" clId="{0F792A67-73E0-4024-8FA5-60A9FF2B557A}"/>
    <pc:docChg chg="delSld modSld">
      <pc:chgData name="Vino Gunasekaran" userId="512b330888e41106" providerId="LiveId" clId="{0F792A67-73E0-4024-8FA5-60A9FF2B557A}" dt="2026-03-13T15:50:52.299" v="25" actId="20577"/>
      <pc:docMkLst>
        <pc:docMk/>
      </pc:docMkLst>
      <pc:sldChg chg="modSp mod">
        <pc:chgData name="Vino Gunasekaran" userId="512b330888e41106" providerId="LiveId" clId="{0F792A67-73E0-4024-8FA5-60A9FF2B557A}" dt="2026-03-13T15:50:52.299" v="25" actId="20577"/>
        <pc:sldMkLst>
          <pc:docMk/>
          <pc:sldMk cId="1105745338" sldId="256"/>
        </pc:sldMkLst>
        <pc:spChg chg="mod">
          <ac:chgData name="Vino Gunasekaran" userId="512b330888e41106" providerId="LiveId" clId="{0F792A67-73E0-4024-8FA5-60A9FF2B557A}" dt="2026-03-13T15:50:52.299" v="25" actId="20577"/>
          <ac:spMkLst>
            <pc:docMk/>
            <pc:sldMk cId="1105745338" sldId="256"/>
            <ac:spMk id="4" creationId="{760194E6-F609-B5A4-FD6A-2AF364FE3E38}"/>
          </ac:spMkLst>
        </pc:spChg>
      </pc:sldChg>
      <pc:sldChg chg="del">
        <pc:chgData name="Vino Gunasekaran" userId="512b330888e41106" providerId="LiveId" clId="{0F792A67-73E0-4024-8FA5-60A9FF2B557A}" dt="2026-03-13T15:48:18.496" v="0" actId="2696"/>
        <pc:sldMkLst>
          <pc:docMk/>
          <pc:sldMk cId="3342159779" sldId="257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B7F3FD-FE85-5E85-776D-52AB280AA9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0A7C34-0680-2C6F-8538-8F00E8AC18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F89552-14A4-0669-16C7-BEBB4603B7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78DCA-1B6B-4F97-863A-14FEB1CA8FD4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708DF1-82EB-62E0-2C33-7C2762F4D7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0AC643-5381-EBF9-1FB8-72054540D6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571237-D00A-41C5-910F-F6B087CE82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79040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90742A-E244-3D3A-E11A-094965E34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2D6999-EAA5-9FF6-89C2-80FD301674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F9EEF9-C129-3B0A-AD1E-5AC27B3C5C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78DCA-1B6B-4F97-863A-14FEB1CA8FD4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656C8A-EF62-4337-A306-C740833ED9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9869A2-B57C-7772-CD1C-FC408FD008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571237-D00A-41C5-910F-F6B087CE82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91242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960829-15C9-9830-1B19-F4BF7D03C8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9B3089-3647-E06A-6F77-94E6489172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54280C-CA11-E6F3-B8D5-043A57548C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78DCA-1B6B-4F97-863A-14FEB1CA8FD4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A80CBB-85DD-8D15-669E-C5E971BC21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45FB68-DCC9-4DC7-6C36-43398D76C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571237-D00A-41C5-910F-F6B087CE82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27760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7D60B0-5E42-36D3-EDE2-51A8F09B98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BBEA68-78CA-4B12-BEC5-47A5F68D3B2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B6BC7F-AFD0-36B7-652D-66990513CD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9E4A6C-8080-40A4-8030-958288B59E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78DCA-1B6B-4F97-863A-14FEB1CA8FD4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15F9EB-4EF0-561C-8F0C-F17D2861B5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8A93D7-79F7-43B7-5655-126D9CDA2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571237-D00A-41C5-910F-F6B087CE82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56293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8B9947-25F1-9584-4BBA-E8820D23D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DED825-4D18-C094-9663-D5F0B910CA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5A6660-3F7F-1E4B-408D-F71E00CCAF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58303F5-5538-2326-D915-16103E4346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A721478-30A1-4B8D-714D-28F33F128D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18D9A-85D1-7715-BC23-33457037CE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78DCA-1B6B-4F97-863A-14FEB1CA8FD4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0A5B566-0E95-DA8E-DE98-C0C9679C41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DF37E58-71A7-73FC-C9FB-12F502026D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571237-D00A-41C5-910F-F6B087CE82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55369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94ECD-C360-3F05-FE82-2E2CEEDAE6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B48BDA-A226-B3E0-4D50-0C1F01A5AD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78DCA-1B6B-4F97-863A-14FEB1CA8FD4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43A3CB-3974-67B4-539A-D39ECC176B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B1CB58-DA71-BA20-F5BA-31F2FAA3A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571237-D00A-41C5-910F-F6B087CE82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33189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94BC480-7311-AFFB-D330-5445A258F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78DCA-1B6B-4F97-863A-14FEB1CA8FD4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D9F76B9-5BF1-537D-E4D8-13AD5442F9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FCE752-86F6-D83B-BB6B-87930D9B94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571237-D00A-41C5-910F-F6B087CE82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23712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061DD4-0644-A58A-05D9-3876FEE2C1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EE2C98-E69F-D224-7975-B424E14F03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2B345F-9857-31A6-EFC6-022124FBA2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F1ED08-8823-3546-3840-D060F5CD58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78DCA-1B6B-4F97-863A-14FEB1CA8FD4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A8307C-4E94-8A16-EE7D-286F99F24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F55ABF-3DE2-3EE3-BCB6-CC378636D5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571237-D00A-41C5-910F-F6B087CE82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18481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E11C1E-EC4F-3047-107C-BD013E7D71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A1CEF90-F0BD-AB72-23BA-AC09F64B6B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37DC75-22F2-AEDD-FD82-55A3381EC9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264654-439F-ED80-E0D1-B699785C13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78DCA-1B6B-4F97-863A-14FEB1CA8FD4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DF3DF8-EB61-7C94-741D-3FF1BB304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214889-9088-1312-98FF-942AB7A8B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571237-D00A-41C5-910F-F6B087CE82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66992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574D6-6E09-A017-1821-302CCF5937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2D49CA-8078-6D5B-5817-E2E4ADF0F2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F52DB8-8453-EF3D-DAA1-4841B7BB0D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78DCA-1B6B-4F97-863A-14FEB1CA8FD4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90516A-B781-00E6-5504-0E8D9EB04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665E61-21D7-F61D-7422-AFBCA8390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571237-D00A-41C5-910F-F6B087CE82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16772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9B38CF9-72E0-AEC1-3F03-34B1962C758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5AF033-CD17-D321-8322-9818192A0C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7BB295-BE65-9154-F18C-341C1B3BB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78DCA-1B6B-4F97-863A-14FEB1CA8FD4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DD8F5D-D3CF-9050-FDCC-9C51FC4155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DEBB0A-1B67-3184-03C0-B9DD0566A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571237-D00A-41C5-910F-F6B087CE82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73821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9FB4858-0606-250B-E7A8-1F92999542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A1B50A-C6D7-041A-7608-D0EE58666D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55A2D1-63DD-E83B-2975-65997AA9B4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F978DCA-1B6B-4F97-863A-14FEB1CA8FD4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D5C57F-0D00-640F-5D0F-D821EE90D1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7230E5-C68C-4AE2-6679-F67E7B6D32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A571237-D00A-41C5-910F-F6B087CE82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20112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60194E6-F609-B5A4-FD6A-2AF364FE3E38}"/>
              </a:ext>
            </a:extLst>
          </p:cNvPr>
          <p:cNvSpPr txBox="1"/>
          <p:nvPr/>
        </p:nvSpPr>
        <p:spPr>
          <a:xfrm>
            <a:off x="-1088020" y="-1618729"/>
            <a:ext cx="14329457" cy="6418451"/>
          </a:xfrm>
          <a:prstGeom prst="rect">
            <a:avLst/>
          </a:prstGeom>
          <a:noFill/>
        </p:spPr>
        <p:txBody>
          <a:bodyPr wrap="square" rtlCol="0">
            <a:prstTxWarp prst="textWave1">
              <a:avLst/>
            </a:prstTxWarp>
            <a:spAutoFit/>
          </a:bodyPr>
          <a:lstStyle/>
          <a:p>
            <a:r>
              <a:rPr lang="en-US">
                <a:blipFill>
                  <a:blip r:embed="rId2"/>
                  <a:stretch>
                    <a:fillRect/>
                  </a:stretch>
                </a:blipFill>
              </a:rPr>
              <a:t>--------------</a:t>
            </a:r>
            <a:endParaRPr lang="en-IN" dirty="0">
              <a:blipFill>
                <a:blip r:embed="rId2"/>
                <a:stretch>
                  <a:fillRect/>
                </a:stretch>
              </a:blip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6EFC23E-CE2B-A892-A9AD-907460EBEE48}"/>
              </a:ext>
            </a:extLst>
          </p:cNvPr>
          <p:cNvSpPr txBox="1"/>
          <p:nvPr/>
        </p:nvSpPr>
        <p:spPr>
          <a:xfrm>
            <a:off x="1147864" y="3784059"/>
            <a:ext cx="395915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/>
              <a:t>Lorem</a:t>
            </a:r>
            <a:endParaRPr lang="en-IN" sz="6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2C46D3-844A-2D15-4F9F-35E9155DB0D2}"/>
              </a:ext>
            </a:extLst>
          </p:cNvPr>
          <p:cNvSpPr txBox="1"/>
          <p:nvPr/>
        </p:nvSpPr>
        <p:spPr>
          <a:xfrm>
            <a:off x="1332690" y="4980562"/>
            <a:ext cx="65661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Gdrsfuydursyrkk</a:t>
            </a:r>
            <a:r>
              <a:rPr lang="en-US" dirty="0"/>
              <a:t> </a:t>
            </a:r>
            <a:r>
              <a:rPr lang="en-US" dirty="0" err="1"/>
              <a:t>hfuteu</a:t>
            </a:r>
            <a:r>
              <a:rPr lang="en-US" dirty="0"/>
              <a:t> </a:t>
            </a:r>
            <a:r>
              <a:rPr lang="en-US" dirty="0" err="1"/>
              <a:t>kfdi</a:t>
            </a:r>
            <a:r>
              <a:rPr lang="en-US" dirty="0"/>
              <a:t> </a:t>
            </a:r>
            <a:r>
              <a:rPr lang="en-US" dirty="0" err="1"/>
              <a:t>yifiyfduteel</a:t>
            </a:r>
            <a:endParaRPr lang="en-US" dirty="0"/>
          </a:p>
          <a:p>
            <a:r>
              <a:rPr lang="en-US" dirty="0"/>
              <a:t> </a:t>
            </a:r>
            <a:r>
              <a:rPr lang="en-US" dirty="0" err="1"/>
              <a:t>ffiyfou</a:t>
            </a:r>
            <a:r>
              <a:rPr lang="en-US" dirty="0"/>
              <a:t> </a:t>
            </a:r>
            <a:r>
              <a:rPr lang="en-US" dirty="0" err="1"/>
              <a:t>fitdid</a:t>
            </a:r>
            <a:r>
              <a:rPr lang="en-US" dirty="0"/>
              <a:t> </a:t>
            </a:r>
            <a:r>
              <a:rPr lang="en-US" dirty="0" err="1"/>
              <a:t>yfiyf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574533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10</Words>
  <Application>Microsoft Office PowerPoint</Application>
  <PresentationFormat>Widescreen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Vino Gunasekaran</dc:creator>
  <cp:lastModifiedBy>Vino Gunasekaran</cp:lastModifiedBy>
  <cp:revision>1</cp:revision>
  <dcterms:created xsi:type="dcterms:W3CDTF">2026-03-13T15:48:10Z</dcterms:created>
  <dcterms:modified xsi:type="dcterms:W3CDTF">2026-03-13T15:50:54Z</dcterms:modified>
</cp:coreProperties>
</file>